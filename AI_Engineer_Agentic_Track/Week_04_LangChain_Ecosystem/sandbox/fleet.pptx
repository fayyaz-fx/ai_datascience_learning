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Recommendations for Sales Fleet: Tesla Model Y vs BYD Atto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**Tesla Model Y**: Offers a range of up to 321 miles, with fast charging (225 kW) enabling 160 miles in 15 mins; prices vary with a basic warranty of 4 years/50,000 miles and 8 years/100,000 miles for the battery.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**BYD Atto 3**: Starts at £30,000 with options for Standard (49.9 kWh) and Extended Range (60.5 kWh); offers a WLTP range of up to 420 km for Extended, and charging via AC (7.2 kW) and DC (80 kW, 30 to 80% in 36 mins).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**Recommendation**: Choose the Tesla Model Y for superior range suitable for longer journeys; consider the BYD Atto 3 for a budget-friendly option with good urban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Evaluate based on budget constraints and anticipated range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